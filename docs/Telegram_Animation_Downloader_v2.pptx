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Mission: remove the manual download-and-convert friction between an open platform (Telegram) and a closed one (WhatsApp). The project turns a Telegram sticker pack into compliant 512 x 512 WebP files,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Manually, every sticker in a pack is downloaded, converted and resized one at a time, and Telegram's .webp/.webm files do not meet WhatsApp's requirements. The bridge takes a single Telegram pack URL, parses the metadata, fetches every asset and outputs compliant 512 x 512 WebP files, all asynchronously so the UI never freezes.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Presentation: a Java Swing GUI that offloads heavy I/O to background worker threads, so the Event Dispatch Thread stays free. Ingestion: java.net.http.HttpClient fetches .webp and .webm binary streams from the Telegram Bot API, with regex parsing of the URL and pack metadata. Orchestration: external FFmpeg processes enforce resolution scaling and loop formatting, while stdout/stderr are drained to avoid deadlock. Each layer only talks to its neighbour.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FFmpeg is launched with ProcessBuilder using dynamically built arguments. If the parent process does not read the child's stdout/stderr, the OS pipe buffer fills, the child blocks on write, and the parent blocks on waitFor(): a deadlock. Dedicated threads continuously drain both streams while the process runs. After waitFor() returns, the exit code is checked. Output is a looped 512 x 512 WebP that meets WhatsApp's sticker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Lifecycle: the user pastes a Telegram sticker pack URL, regex extracts the pack identifier and metadata, HttpClient fetches each .webp/.webm stream through the Bot API, FFmpeg converts each to 512 x 512 WebP, and the files are saved locally ready to transfer to a phone and import into WhatsApp. Stack: Core Java (JDK 11+), Java Swing/AWT, java.net.http.HttpClient, java.util.regex, FFmpeg CLI.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822960"/>
            <a:ext cx="3017520" cy="3017520"/>
          </a:xfrm>
          <a:prstGeom prst="ellipse">
            <a:avLst/>
          </a:prstGeom>
          <a:solidFill>
            <a:srgbClr val="463659"/>
          </a:solidFill>
          <a:ln w="12700">
            <a:solidFill>
              <a:srgbClr val="4636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1188720"/>
            <a:ext cx="2286000" cy="2286000"/>
          </a:xfrm>
          <a:prstGeom prst="line">
            <a:avLst/>
          </a:prstGeom>
          <a:noFill/>
          <a:ln w="76200">
            <a:solidFill>
              <a:srgbClr val="B9A6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6126480" y="1188720"/>
            <a:ext cx="2286000" cy="2286000"/>
          </a:xfrm>
          <a:prstGeom prst="line">
            <a:avLst/>
          </a:prstGeom>
          <a:noFill/>
          <a:ln w="76200">
            <a:solidFill>
              <a:srgbClr val="F3CF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Animation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9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Bridge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stickers, ready for WhatsApp.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Laxman Singh</a:t>
            </a:r>
            <a:pPr indent="0" marL="0">
              <a:buNone/>
            </a:pPr>
            <a:r>
              <a:rPr lang="en-US" sz="13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25mcc20029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Ubaid Khan</a:t>
            </a:r>
            <a:pPr indent="0" marL="0">
              <a:buNone/>
            </a:pPr>
            <a:r>
              <a:rPr lang="en-US" sz="13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25mcc20014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link replaces every manual step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14173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14173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519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0" y="14173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03904" y="1737360"/>
            <a:ext cx="393192" cy="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27064" y="1737360"/>
            <a:ext cx="393192" cy="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5240" y="2057400"/>
            <a:ext cx="0" cy="36576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423160"/>
            <a:ext cx="4846320" cy="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788920" y="2057400"/>
            <a:ext cx="0" cy="36576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828800" y="2487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sticker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2880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2E2340"/>
          </a:solidFill>
          <a:ln w="12700">
            <a:solidFill>
              <a:srgbClr val="2E23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28800" y="320040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link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5196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B8478D"/>
          </a:solidFill>
          <a:ln w="12700">
            <a:solidFill>
              <a:srgbClr val="B847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51960" y="320040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7512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2E2340"/>
          </a:solidFill>
          <a:ln w="12700">
            <a:solidFill>
              <a:srgbClr val="2E23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200400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WhatsApp-ready pack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03904" y="3589020"/>
            <a:ext cx="393192" cy="0"/>
          </a:xfrm>
          <a:prstGeom prst="line">
            <a:avLst/>
          </a:prstGeom>
          <a:noFill/>
          <a:ln w="25400">
            <a:solidFill>
              <a:srgbClr val="2E234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27064" y="3589020"/>
            <a:ext cx="393192" cy="0"/>
          </a:xfrm>
          <a:prstGeom prst="line">
            <a:avLst/>
          </a:prstGeom>
          <a:noFill/>
          <a:ln w="25400">
            <a:solidFill>
              <a:srgbClr val="2E234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82880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47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click. The whole pack.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job each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463040"/>
            <a:ext cx="914400" cy="914400"/>
          </a:xfrm>
          <a:prstGeom prst="ellipse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709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window responsive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3931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3931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F3CFDD"/>
          </a:solidFill>
          <a:ln w="12700">
            <a:solidFill>
              <a:srgbClr val="F3CFD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7099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sticker files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86200" y="3931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86200" y="3931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040880" y="1463040"/>
            <a:ext cx="914400" cy="914400"/>
          </a:xfrm>
          <a:prstGeom prst="ellipse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70992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936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them to WebP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812280" y="3931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12280" y="3931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194560" y="1920240"/>
            <a:ext cx="1828800" cy="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219456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120640" y="1920240"/>
            <a:ext cx="1828800" cy="0"/>
          </a:xfrm>
          <a:prstGeom prst="line">
            <a:avLst/>
          </a:prstGeom>
          <a:noFill/>
          <a:ln w="25400">
            <a:solidFill>
              <a:srgbClr val="8E7BB0"/>
            </a:solidFill>
            <a:prstDash val="solid"/>
            <a:tailEnd type="triangle"/>
          </a:ln>
        </p:spPr>
      </p:sp>
      <p:sp>
        <p:nvSpPr>
          <p:cNvPr id="27" name="Text 22"/>
          <p:cNvSpPr txBox="1"/>
          <p:nvPr/>
        </p:nvSpPr>
        <p:spPr>
          <a:xfrm>
            <a:off x="51206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Draining the pipe prevents deadlock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91640"/>
          </a:xfrm>
          <a:prstGeom prst="rect">
            <a:avLst/>
          </a:prstGeom>
          <a:solidFill>
            <a:srgbClr val="F3CFDD"/>
          </a:solidFill>
          <a:ln w="12700">
            <a:solidFill>
              <a:srgbClr val="F3CF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2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draining: stuck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737360" cy="594360"/>
          </a:xfrm>
          <a:prstGeom prst="roundRect">
            <a:avLst>
              <a:gd name="adj" fmla="val 18462"/>
            </a:avLst>
          </a:prstGeom>
          <a:solidFill>
            <a:srgbClr val="2E2340"/>
          </a:solidFill>
          <a:ln w="12700">
            <a:solidFill>
              <a:srgbClr val="2E2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737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ProcessBuilder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15184" y="2034540"/>
            <a:ext cx="265176" cy="0"/>
          </a:xfrm>
          <a:prstGeom prst="line">
            <a:avLst/>
          </a:prstGeom>
          <a:noFill/>
          <a:ln w="25400">
            <a:solidFill>
              <a:srgbClr val="2E234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8036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+ stderr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865376"/>
            <a:ext cx="2743200" cy="338328"/>
          </a:xfrm>
          <a:prstGeom prst="roundRect">
            <a:avLst>
              <a:gd name="adj" fmla="val 48649"/>
            </a:avLst>
          </a:prstGeom>
          <a:solidFill>
            <a:srgbClr val="FFFFFF"/>
          </a:solidFill>
          <a:ln w="19050">
            <a:solidFill>
              <a:srgbClr val="2E2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911096"/>
            <a:ext cx="2651760" cy="246888"/>
          </a:xfrm>
          <a:prstGeom prst="roundRect">
            <a:avLst>
              <a:gd name="adj" fmla="val 48148"/>
            </a:avLst>
          </a:prstGeom>
          <a:solidFill>
            <a:srgbClr val="B8478D"/>
          </a:solidFill>
          <a:ln w="12700">
            <a:solidFill>
              <a:srgbClr val="B847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78424" y="2034540"/>
            <a:ext cx="265176" cy="0"/>
          </a:xfrm>
          <a:prstGeom prst="line">
            <a:avLst/>
          </a:prstGeom>
          <a:noFill/>
          <a:ln w="25400">
            <a:solidFill>
              <a:srgbClr val="2E234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98464" y="173736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2E2340"/>
          </a:solidFill>
          <a:ln w="12700">
            <a:solidFill>
              <a:srgbClr val="2E23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98464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waitFor()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fills up. FFmpeg waits for Java to read. Java waits for FFmpeg to exit.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272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draining: flows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566160"/>
            <a:ext cx="1737360" cy="594360"/>
          </a:xfrm>
          <a:prstGeom prst="roundRect">
            <a:avLst>
              <a:gd name="adj" fmla="val 18462"/>
            </a:avLst>
          </a:prstGeom>
          <a:solidFill>
            <a:srgbClr val="2E2340"/>
          </a:solidFill>
          <a:ln w="12700">
            <a:solidFill>
              <a:srgbClr val="2E23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ProcessBuilder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615184" y="3863340"/>
            <a:ext cx="265176" cy="0"/>
          </a:xfrm>
          <a:prstGeom prst="line">
            <a:avLst/>
          </a:prstGeom>
          <a:noFill/>
          <a:ln w="25400">
            <a:solidFill>
              <a:srgbClr val="2E234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80360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+ stderr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3694176"/>
            <a:ext cx="2743200" cy="338328"/>
          </a:xfrm>
          <a:prstGeom prst="roundRect">
            <a:avLst>
              <a:gd name="adj" fmla="val 48649"/>
            </a:avLst>
          </a:prstGeom>
          <a:solidFill>
            <a:srgbClr val="FFFFFF"/>
          </a:solidFill>
          <a:ln w="19050">
            <a:solidFill>
              <a:srgbClr val="2E23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739896"/>
            <a:ext cx="914400" cy="246888"/>
          </a:xfrm>
          <a:prstGeom prst="roundRect">
            <a:avLst>
              <a:gd name="adj" fmla="val 48148"/>
            </a:avLst>
          </a:prstGeom>
          <a:solidFill>
            <a:srgbClr val="B9A6D9"/>
          </a:solidFill>
          <a:ln w="12700">
            <a:solidFill>
              <a:srgbClr val="B9A6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31920" y="373989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F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78424" y="3863340"/>
            <a:ext cx="265176" cy="0"/>
          </a:xfrm>
          <a:prstGeom prst="line">
            <a:avLst/>
          </a:prstGeom>
          <a:noFill/>
          <a:ln w="25400">
            <a:solidFill>
              <a:srgbClr val="2E234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98464" y="356616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2E2340"/>
          </a:solidFill>
          <a:ln w="12700">
            <a:solidFill>
              <a:srgbClr val="2E23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98464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threads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empty the pipe as it fills, so FFmpeg always finishes.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in, stickers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822960" cy="822960"/>
          </a:xfrm>
          <a:prstGeom prst="ellipse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822399"/>
            <a:ext cx="378562" cy="3785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64208" y="2011680"/>
            <a:ext cx="740664" cy="0"/>
          </a:xfrm>
          <a:prstGeom prst="line">
            <a:avLst/>
          </a:prstGeom>
          <a:noFill/>
          <a:ln w="25400">
            <a:solidFill>
              <a:srgbClr val="B9A6D9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114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9443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Telegram pack link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68880" y="1600200"/>
            <a:ext cx="822960" cy="822960"/>
          </a:xfrm>
          <a:prstGeom prst="ellipse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79" y="1822399"/>
            <a:ext cx="378562" cy="3785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55848" y="2011680"/>
            <a:ext cx="740664" cy="0"/>
          </a:xfrm>
          <a:prstGeom prst="line">
            <a:avLst/>
          </a:prstGeom>
          <a:noFill/>
          <a:ln w="25400">
            <a:solidFill>
              <a:srgbClr val="B9A6D9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1031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103120" y="29443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info via regex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60520" y="1600200"/>
            <a:ext cx="822960" cy="822960"/>
          </a:xfrm>
          <a:prstGeom prst="ellipse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719" y="1822399"/>
            <a:ext cx="378562" cy="37856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47488" y="2011680"/>
            <a:ext cx="740664" cy="0"/>
          </a:xfrm>
          <a:prstGeom prst="line">
            <a:avLst/>
          </a:prstGeom>
          <a:noFill/>
          <a:ln w="25400">
            <a:solidFill>
              <a:srgbClr val="B9A6D9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37947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794760" y="29443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via HttpClient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852160" y="1600200"/>
            <a:ext cx="822960" cy="822960"/>
          </a:xfrm>
          <a:prstGeom prst="ellipse">
            <a:avLst/>
          </a:prstGeom>
          <a:solidFill>
            <a:srgbClr val="E3DDF3"/>
          </a:solidFill>
          <a:ln w="12700">
            <a:solidFill>
              <a:srgbClr val="E3DDF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359" y="1822399"/>
            <a:ext cx="378562" cy="37856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739128" y="2011680"/>
            <a:ext cx="740664" cy="0"/>
          </a:xfrm>
          <a:prstGeom prst="line">
            <a:avLst/>
          </a:prstGeom>
          <a:noFill/>
          <a:ln w="25400">
            <a:solidFill>
              <a:srgbClr val="B9A6D9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54864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0" y="29443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to 512 × 512 WebP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543800" y="1600200"/>
            <a:ext cx="822960" cy="822960"/>
          </a:xfrm>
          <a:prstGeom prst="ellipse">
            <a:avLst/>
          </a:prstGeom>
          <a:solidFill>
            <a:srgbClr val="F3CFDD"/>
          </a:solidFill>
          <a:ln w="12700">
            <a:solidFill>
              <a:srgbClr val="F3CFD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999" y="1822399"/>
            <a:ext cx="378562" cy="37856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780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178040" y="29443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WhatsApp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48640" y="4297680"/>
            <a:ext cx="1417320" cy="365760"/>
          </a:xfrm>
          <a:prstGeom prst="roundRect">
            <a:avLst>
              <a:gd name="adj" fmla="val 50000"/>
            </a:avLst>
          </a:prstGeom>
          <a:ln w="15875">
            <a:solidFill>
              <a:srgbClr val="B9A6D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48640" y="4297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11+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2148840" y="4297680"/>
            <a:ext cx="1417320" cy="365760"/>
          </a:xfrm>
          <a:prstGeom prst="roundRect">
            <a:avLst>
              <a:gd name="adj" fmla="val 50000"/>
            </a:avLst>
          </a:prstGeom>
          <a:ln w="15875">
            <a:solidFill>
              <a:srgbClr val="B9A6D9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2148840" y="4297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749040" y="4297680"/>
            <a:ext cx="1417320" cy="365760"/>
          </a:xfrm>
          <a:prstGeom prst="roundRect">
            <a:avLst>
              <a:gd name="adj" fmla="val 50000"/>
            </a:avLst>
          </a:prstGeom>
          <a:ln w="15875">
            <a:solidFill>
              <a:srgbClr val="B9A6D9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749040" y="4297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349240" y="4297680"/>
            <a:ext cx="1417320" cy="365760"/>
          </a:xfrm>
          <a:prstGeom prst="roundRect">
            <a:avLst>
              <a:gd name="adj" fmla="val 50000"/>
            </a:avLst>
          </a:prstGeom>
          <a:ln w="15875">
            <a:solidFill>
              <a:srgbClr val="B9A6D9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349240" y="4297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949440" y="4297680"/>
            <a:ext cx="1417320" cy="365760"/>
          </a:xfrm>
          <a:prstGeom prst="roundRect">
            <a:avLst>
              <a:gd name="adj" fmla="val 50000"/>
            </a:avLst>
          </a:prstGeom>
          <a:ln w="15875">
            <a:solidFill>
              <a:srgbClr val="B9A6D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949440" y="4297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Telegram Animation Downloader (Automation Bridge)</dc:title>
  <dc:subject>PptxGenJS Presentation</dc:subject>
  <dc:creator>Laxman Singh, Ubaid Khan</dc:creator>
  <cp:lastModifiedBy>Laxman Singh, Ubaid Khan</cp:lastModifiedBy>
  <cp:revision>1</cp:revision>
  <dcterms:created xsi:type="dcterms:W3CDTF">2026-09-21T19:04:31Z</dcterms:created>
  <dcterms:modified xsi:type="dcterms:W3CDTF">2026-09-21T19:04:31Z</dcterms:modified>
</cp:coreProperties>
</file>